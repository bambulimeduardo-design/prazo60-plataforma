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Garet Bold" charset="1" panose="00000000000000000000"/>
      <p:regular r:id="rId17"/>
    </p:embeddedFont>
    <p:embeddedFont>
      <p:font typeface="Brittany" charset="1" panose="00000000000000000000"/>
      <p:regular r:id="rId18"/>
    </p:embeddedFont>
    <p:embeddedFont>
      <p:font typeface="Garet" charset="1" panose="00000000000000000000"/>
      <p:regular r:id="rId19"/>
    </p:embeddedFont>
    <p:embeddedFont>
      <p:font typeface="Poppins Bold" charset="1" panose="0000080000000000000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png" Type="http://schemas.openxmlformats.org/officeDocument/2006/relationships/image"/><Relationship Id="rId4" Target="../media/image5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5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5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5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5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89C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712817" y="-3295109"/>
            <a:ext cx="18172485" cy="18149769"/>
          </a:xfrm>
          <a:custGeom>
            <a:avLst/>
            <a:gdLst/>
            <a:ahLst/>
            <a:cxnLst/>
            <a:rect r="r" b="b" t="t" l="l"/>
            <a:pathLst>
              <a:path h="18149769" w="18172485">
                <a:moveTo>
                  <a:pt x="0" y="0"/>
                </a:moveTo>
                <a:lnTo>
                  <a:pt x="18172485" y="0"/>
                </a:lnTo>
                <a:lnTo>
                  <a:pt x="18172485" y="18149769"/>
                </a:lnTo>
                <a:lnTo>
                  <a:pt x="0" y="181497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-2217773">
            <a:off x="-5981353" y="-2462603"/>
            <a:ext cx="17585666" cy="14682673"/>
            <a:chOff x="0" y="0"/>
            <a:chExt cx="704060" cy="58783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704060" cy="587836"/>
            </a:xfrm>
            <a:custGeom>
              <a:avLst/>
              <a:gdLst/>
              <a:ahLst/>
              <a:cxnLst/>
              <a:rect r="r" b="b" t="t" l="l"/>
              <a:pathLst>
                <a:path h="587836" w="704060">
                  <a:moveTo>
                    <a:pt x="211218" y="0"/>
                  </a:moveTo>
                  <a:cubicBezTo>
                    <a:pt x="482784" y="0"/>
                    <a:pt x="704060" y="184748"/>
                    <a:pt x="704060" y="411485"/>
                  </a:cubicBezTo>
                  <a:lnTo>
                    <a:pt x="704060" y="587836"/>
                  </a:lnTo>
                  <a:lnTo>
                    <a:pt x="492842" y="587836"/>
                  </a:lnTo>
                  <a:cubicBezTo>
                    <a:pt x="221276" y="587836"/>
                    <a:pt x="0" y="403087"/>
                    <a:pt x="0" y="176351"/>
                  </a:cubicBezTo>
                  <a:lnTo>
                    <a:pt x="0" y="0"/>
                  </a:lnTo>
                  <a:lnTo>
                    <a:pt x="211218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50290" y="-32102"/>
              <a:ext cx="603480" cy="6139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1273222" y="602633"/>
            <a:ext cx="5536074" cy="9081734"/>
          </a:xfrm>
          <a:custGeom>
            <a:avLst/>
            <a:gdLst/>
            <a:ahLst/>
            <a:cxnLst/>
            <a:rect r="r" b="b" t="t" l="l"/>
            <a:pathLst>
              <a:path h="9081734" w="5536074">
                <a:moveTo>
                  <a:pt x="0" y="0"/>
                </a:moveTo>
                <a:lnTo>
                  <a:pt x="5536074" y="0"/>
                </a:lnTo>
                <a:lnTo>
                  <a:pt x="5536074" y="9081734"/>
                </a:lnTo>
                <a:lnTo>
                  <a:pt x="0" y="908173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175834" y="2968644"/>
            <a:ext cx="8907025" cy="44520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375"/>
              </a:lnSpc>
            </a:pPr>
            <a:r>
              <a:rPr lang="en-US" sz="21546" spc="-560" b="true">
                <a:solidFill>
                  <a:srgbClr val="FFAFC0"/>
                </a:solidFill>
                <a:latin typeface="Garet Bold"/>
                <a:ea typeface="Garet Bold"/>
                <a:cs typeface="Garet Bold"/>
                <a:sym typeface="Garet Bold"/>
              </a:rPr>
              <a:t>Prazo</a:t>
            </a:r>
          </a:p>
          <a:p>
            <a:pPr algn="l" marL="0" indent="0" lvl="0">
              <a:lnSpc>
                <a:spcPts val="16375"/>
              </a:lnSpc>
            </a:pPr>
            <a:r>
              <a:rPr lang="en-US" b="true" sz="21546" spc="-560">
                <a:solidFill>
                  <a:srgbClr val="E15580"/>
                </a:solidFill>
                <a:latin typeface="Garet Bold"/>
                <a:ea typeface="Garet Bold"/>
                <a:cs typeface="Garet Bold"/>
                <a:sym typeface="Garet Bold"/>
              </a:rPr>
              <a:t>         60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11639" y="2746249"/>
            <a:ext cx="7173521" cy="30335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4717"/>
              </a:lnSpc>
              <a:spcBef>
                <a:spcPct val="0"/>
              </a:spcBef>
            </a:pPr>
            <a:r>
              <a:rPr lang="en-US" sz="17655">
                <a:solidFill>
                  <a:srgbClr val="E15580"/>
                </a:solidFill>
                <a:latin typeface="Brittany"/>
                <a:ea typeface="Brittany"/>
                <a:cs typeface="Brittany"/>
                <a:sym typeface="Brittany"/>
              </a:rPr>
              <a:t>Prazo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11639" y="8444554"/>
            <a:ext cx="5426101" cy="10300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125"/>
              </a:lnSpc>
            </a:pPr>
            <a:r>
              <a:rPr lang="en-US" sz="2947" spc="309">
                <a:solidFill>
                  <a:srgbClr val="E15580"/>
                </a:solidFill>
                <a:latin typeface="Garet"/>
                <a:ea typeface="Garet"/>
                <a:cs typeface="Garet"/>
                <a:sym typeface="Garet"/>
              </a:rPr>
              <a:t>60 DIAS QUE PODEM MUDAR UMA VIDA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100098" y="180054"/>
            <a:ext cx="2880965" cy="2179607"/>
          </a:xfrm>
          <a:custGeom>
            <a:avLst/>
            <a:gdLst/>
            <a:ahLst/>
            <a:cxnLst/>
            <a:rect r="r" b="b" t="t" l="l"/>
            <a:pathLst>
              <a:path h="2179607" w="2880965">
                <a:moveTo>
                  <a:pt x="0" y="0"/>
                </a:moveTo>
                <a:lnTo>
                  <a:pt x="2880965" y="0"/>
                </a:lnTo>
                <a:lnTo>
                  <a:pt x="2880965" y="2179607"/>
                </a:lnTo>
                <a:lnTo>
                  <a:pt x="0" y="217960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7078761"/>
            <a:ext cx="2305676" cy="909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50"/>
              </a:lnSpc>
            </a:pPr>
            <a:r>
              <a:rPr lang="en-US" sz="2536" b="true">
                <a:solidFill>
                  <a:srgbClr val="000000">
                    <a:alpha val="66667"/>
                  </a:srgbClr>
                </a:solidFill>
                <a:latin typeface="Poppins Bold"/>
                <a:ea typeface="Poppins Bold"/>
                <a:cs typeface="Poppins Bold"/>
                <a:sym typeface="Poppins Bold"/>
              </a:rPr>
              <a:t>Amanda </a:t>
            </a:r>
          </a:p>
          <a:p>
            <a:pPr algn="ctr">
              <a:lnSpc>
                <a:spcPts val="3550"/>
              </a:lnSpc>
            </a:pPr>
            <a:r>
              <a:rPr lang="en-US" sz="2536" b="true">
                <a:solidFill>
                  <a:srgbClr val="000000">
                    <a:alpha val="66667"/>
                  </a:srgbClr>
                </a:solidFill>
                <a:latin typeface="Poppins Bold"/>
                <a:ea typeface="Poppins Bold"/>
                <a:cs typeface="Poppins Bold"/>
                <a:sym typeface="Poppins Bold"/>
              </a:rPr>
              <a:t>RM569662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453318" y="7078761"/>
            <a:ext cx="2305676" cy="909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50"/>
              </a:lnSpc>
            </a:pPr>
            <a:r>
              <a:rPr lang="en-US" sz="2536" b="true">
                <a:solidFill>
                  <a:srgbClr val="000000">
                    <a:alpha val="66667"/>
                  </a:srgbClr>
                </a:solidFill>
                <a:latin typeface="Poppins Bold"/>
                <a:ea typeface="Poppins Bold"/>
                <a:cs typeface="Poppins Bold"/>
                <a:sym typeface="Poppins Bold"/>
              </a:rPr>
              <a:t>Gabriela</a:t>
            </a:r>
          </a:p>
          <a:p>
            <a:pPr algn="ctr">
              <a:lnSpc>
                <a:spcPts val="3550"/>
              </a:lnSpc>
            </a:pPr>
            <a:r>
              <a:rPr lang="en-US" sz="2536" b="true">
                <a:solidFill>
                  <a:srgbClr val="000000">
                    <a:alpha val="66667"/>
                  </a:srgbClr>
                </a:solidFill>
                <a:latin typeface="Poppins Bold"/>
                <a:ea typeface="Poppins Bold"/>
                <a:cs typeface="Poppins Bold"/>
                <a:sym typeface="Poppins Bold"/>
              </a:rPr>
              <a:t>RM568972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991162" y="7078761"/>
            <a:ext cx="2305676" cy="909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50"/>
              </a:lnSpc>
            </a:pPr>
            <a:r>
              <a:rPr lang="en-US" sz="2536" b="true">
                <a:solidFill>
                  <a:srgbClr val="000000">
                    <a:alpha val="66667"/>
                  </a:srgbClr>
                </a:solidFill>
                <a:latin typeface="Poppins Bold"/>
                <a:ea typeface="Poppins Bold"/>
                <a:cs typeface="Poppins Bold"/>
                <a:sym typeface="Poppins Bold"/>
              </a:rPr>
              <a:t>Julia</a:t>
            </a:r>
          </a:p>
          <a:p>
            <a:pPr algn="ctr">
              <a:lnSpc>
                <a:spcPts val="3550"/>
              </a:lnSpc>
            </a:pPr>
            <a:r>
              <a:rPr lang="en-US" sz="2536" b="true">
                <a:solidFill>
                  <a:srgbClr val="000000">
                    <a:alpha val="66667"/>
                  </a:srgbClr>
                </a:solidFill>
                <a:latin typeface="Poppins Bold"/>
                <a:ea typeface="Poppins Bold"/>
                <a:cs typeface="Poppins Bold"/>
                <a:sym typeface="Poppins Bold"/>
              </a:rPr>
              <a:t>RM570547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411263" y="7078761"/>
            <a:ext cx="2305676" cy="909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50"/>
              </a:lnSpc>
            </a:pPr>
            <a:r>
              <a:rPr lang="en-US" sz="2536" b="true">
                <a:solidFill>
                  <a:srgbClr val="000000">
                    <a:alpha val="66667"/>
                  </a:srgbClr>
                </a:solidFill>
                <a:latin typeface="Poppins Bold"/>
                <a:ea typeface="Poppins Bold"/>
                <a:cs typeface="Poppins Bold"/>
                <a:sym typeface="Poppins Bold"/>
              </a:rPr>
              <a:t>Lívia</a:t>
            </a:r>
          </a:p>
          <a:p>
            <a:pPr algn="ctr">
              <a:lnSpc>
                <a:spcPts val="3550"/>
              </a:lnSpc>
            </a:pPr>
            <a:r>
              <a:rPr lang="en-US" sz="2536" b="true">
                <a:solidFill>
                  <a:srgbClr val="000000">
                    <a:alpha val="66667"/>
                  </a:srgbClr>
                </a:solidFill>
                <a:latin typeface="Poppins Bold"/>
                <a:ea typeface="Poppins Bold"/>
                <a:cs typeface="Poppins Bold"/>
                <a:sym typeface="Poppins Bold"/>
              </a:rPr>
              <a:t>RM573963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5100098" y="7078761"/>
            <a:ext cx="2305676" cy="909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50"/>
              </a:lnSpc>
            </a:pPr>
            <a:r>
              <a:rPr lang="en-US" sz="2536" b="true">
                <a:solidFill>
                  <a:srgbClr val="000000">
                    <a:alpha val="66667"/>
                  </a:srgbClr>
                </a:solidFill>
                <a:latin typeface="Poppins Bold"/>
                <a:ea typeface="Poppins Bold"/>
                <a:cs typeface="Poppins Bold"/>
                <a:sym typeface="Poppins Bold"/>
              </a:rPr>
              <a:t>Eduardo</a:t>
            </a:r>
          </a:p>
          <a:p>
            <a:pPr algn="ctr">
              <a:lnSpc>
                <a:spcPts val="3550"/>
              </a:lnSpc>
            </a:pPr>
            <a:r>
              <a:rPr lang="en-US" sz="2536" b="true">
                <a:solidFill>
                  <a:srgbClr val="000000">
                    <a:alpha val="66667"/>
                  </a:srgbClr>
                </a:solidFill>
                <a:latin typeface="Poppins Bold"/>
                <a:ea typeface="Poppins Bold"/>
                <a:cs typeface="Poppins Bold"/>
                <a:sym typeface="Poppins Bold"/>
              </a:rPr>
              <a:t>RM573228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797342" y="340400"/>
            <a:ext cx="1384196" cy="2270724"/>
          </a:xfrm>
          <a:custGeom>
            <a:avLst/>
            <a:gdLst/>
            <a:ahLst/>
            <a:cxnLst/>
            <a:rect r="r" b="b" t="t" l="l"/>
            <a:pathLst>
              <a:path h="2270724" w="1384196">
                <a:moveTo>
                  <a:pt x="0" y="0"/>
                </a:moveTo>
                <a:lnTo>
                  <a:pt x="1384196" y="0"/>
                </a:lnTo>
                <a:lnTo>
                  <a:pt x="1384196" y="2270725"/>
                </a:lnTo>
                <a:lnTo>
                  <a:pt x="0" y="227072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3000"/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2181538" y="951563"/>
            <a:ext cx="7017527" cy="10461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266"/>
              </a:lnSpc>
            </a:pPr>
            <a:r>
              <a:rPr lang="en-US" b="true" sz="9561" spc="-248">
                <a:solidFill>
                  <a:srgbClr val="FFAFC0"/>
                </a:solidFill>
                <a:latin typeface="Garet Bold"/>
                <a:ea typeface="Garet Bold"/>
                <a:cs typeface="Garet Bold"/>
                <a:sym typeface="Garet Bold"/>
              </a:rPr>
              <a:t>Data</a:t>
            </a:r>
            <a:r>
              <a:rPr lang="en-US" b="true" sz="9561" spc="-248">
                <a:solidFill>
                  <a:srgbClr val="E15580"/>
                </a:solidFill>
                <a:latin typeface="Garet Bold"/>
                <a:ea typeface="Garet Bold"/>
                <a:cs typeface="Garet Bold"/>
                <a:sym typeface="Garet Bold"/>
              </a:rPr>
              <a:t>holics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98253" y="-111517"/>
            <a:ext cx="18486253" cy="10398517"/>
          </a:xfrm>
          <a:custGeom>
            <a:avLst/>
            <a:gdLst/>
            <a:ahLst/>
            <a:cxnLst/>
            <a:rect r="r" b="b" t="t" l="l"/>
            <a:pathLst>
              <a:path h="10398517" w="18486253">
                <a:moveTo>
                  <a:pt x="0" y="0"/>
                </a:moveTo>
                <a:lnTo>
                  <a:pt x="18486253" y="0"/>
                </a:lnTo>
                <a:lnTo>
                  <a:pt x="18486253" y="10398517"/>
                </a:lnTo>
                <a:lnTo>
                  <a:pt x="0" y="1039851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66110" y="1028700"/>
            <a:ext cx="3893920" cy="803639"/>
          </a:xfrm>
          <a:custGeom>
            <a:avLst/>
            <a:gdLst/>
            <a:ahLst/>
            <a:cxnLst/>
            <a:rect r="r" b="b" t="t" l="l"/>
            <a:pathLst>
              <a:path h="803639" w="3893920">
                <a:moveTo>
                  <a:pt x="0" y="0"/>
                </a:moveTo>
                <a:lnTo>
                  <a:pt x="3893920" y="0"/>
                </a:lnTo>
                <a:lnTo>
                  <a:pt x="3893920" y="803639"/>
                </a:lnTo>
                <a:lnTo>
                  <a:pt x="0" y="8036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737614" y="180054"/>
            <a:ext cx="2243449" cy="1697291"/>
          </a:xfrm>
          <a:custGeom>
            <a:avLst/>
            <a:gdLst/>
            <a:ahLst/>
            <a:cxnLst/>
            <a:rect r="r" b="b" t="t" l="l"/>
            <a:pathLst>
              <a:path h="1697291" w="2243449">
                <a:moveTo>
                  <a:pt x="0" y="0"/>
                </a:moveTo>
                <a:lnTo>
                  <a:pt x="2243449" y="0"/>
                </a:lnTo>
                <a:lnTo>
                  <a:pt x="2243449" y="1697292"/>
                </a:lnTo>
                <a:lnTo>
                  <a:pt x="0" y="169729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566110" y="329166"/>
            <a:ext cx="7945987" cy="6995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95"/>
              </a:lnSpc>
            </a:pPr>
            <a:r>
              <a:rPr lang="en-US" b="true" sz="3925">
                <a:solidFill>
                  <a:srgbClr val="000000">
                    <a:alpha val="80784"/>
                  </a:srgbClr>
                </a:solidFill>
                <a:latin typeface="Poppins Bold"/>
                <a:ea typeface="Poppins Bold"/>
                <a:cs typeface="Poppins Bold"/>
                <a:sym typeface="Poppins Bold"/>
              </a:rPr>
              <a:t>Contextualização do problema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89C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905086" y="269789"/>
            <a:ext cx="5923089" cy="14408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35"/>
              </a:lnSpc>
            </a:pPr>
            <a:r>
              <a:rPr lang="en-US" sz="4025" b="true">
                <a:solidFill>
                  <a:srgbClr val="F20A5B">
                    <a:alpha val="80784"/>
                  </a:srgbClr>
                </a:solidFill>
                <a:latin typeface="Poppins Bold"/>
                <a:ea typeface="Poppins Bold"/>
                <a:cs typeface="Poppins Bold"/>
                <a:sym typeface="Poppins Bold"/>
              </a:rPr>
              <a:t>Contextualização</a:t>
            </a:r>
            <a:r>
              <a:rPr lang="en-US" sz="4025" b="true">
                <a:solidFill>
                  <a:srgbClr val="000000">
                    <a:alpha val="80784"/>
                  </a:srgbClr>
                </a:solidFill>
                <a:latin typeface="Poppins Bold"/>
                <a:ea typeface="Poppins Bold"/>
                <a:cs typeface="Poppins Bold"/>
                <a:sym typeface="Poppins Bold"/>
              </a:rPr>
              <a:t> do problema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89C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859" y="-2734"/>
            <a:ext cx="18283141" cy="10289734"/>
          </a:xfrm>
          <a:custGeom>
            <a:avLst/>
            <a:gdLst/>
            <a:ahLst/>
            <a:cxnLst/>
            <a:rect r="r" b="b" t="t" l="l"/>
            <a:pathLst>
              <a:path h="10289734" w="18283141">
                <a:moveTo>
                  <a:pt x="0" y="0"/>
                </a:moveTo>
                <a:lnTo>
                  <a:pt x="18283141" y="0"/>
                </a:lnTo>
                <a:lnTo>
                  <a:pt x="18283141" y="10289734"/>
                </a:lnTo>
                <a:lnTo>
                  <a:pt x="0" y="1028973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89C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103106"/>
            <a:ext cx="18466344" cy="10392841"/>
          </a:xfrm>
          <a:custGeom>
            <a:avLst/>
            <a:gdLst/>
            <a:ahLst/>
            <a:cxnLst/>
            <a:rect r="r" b="b" t="t" l="l"/>
            <a:pathLst>
              <a:path h="10392841" w="18466344">
                <a:moveTo>
                  <a:pt x="0" y="0"/>
                </a:moveTo>
                <a:lnTo>
                  <a:pt x="18466344" y="0"/>
                </a:lnTo>
                <a:lnTo>
                  <a:pt x="18466344" y="10392840"/>
                </a:lnTo>
                <a:lnTo>
                  <a:pt x="0" y="103928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17364" y="201126"/>
            <a:ext cx="1622673" cy="1227640"/>
          </a:xfrm>
          <a:custGeom>
            <a:avLst/>
            <a:gdLst/>
            <a:ahLst/>
            <a:cxnLst/>
            <a:rect r="r" b="b" t="t" l="l"/>
            <a:pathLst>
              <a:path h="1227640" w="1622673">
                <a:moveTo>
                  <a:pt x="0" y="0"/>
                </a:moveTo>
                <a:lnTo>
                  <a:pt x="1622672" y="0"/>
                </a:lnTo>
                <a:lnTo>
                  <a:pt x="1622672" y="1227641"/>
                </a:lnTo>
                <a:lnTo>
                  <a:pt x="0" y="122764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89C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2734"/>
            <a:ext cx="18288000" cy="10292469"/>
          </a:xfrm>
          <a:custGeom>
            <a:avLst/>
            <a:gdLst/>
            <a:ahLst/>
            <a:cxnLst/>
            <a:rect r="r" b="b" t="t" l="l"/>
            <a:pathLst>
              <a:path h="10292469" w="18288000">
                <a:moveTo>
                  <a:pt x="0" y="0"/>
                </a:moveTo>
                <a:lnTo>
                  <a:pt x="18288000" y="0"/>
                </a:lnTo>
                <a:lnTo>
                  <a:pt x="18288000" y="10292468"/>
                </a:lnTo>
                <a:lnTo>
                  <a:pt x="0" y="1029246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390773"/>
            <a:ext cx="2387852" cy="1806540"/>
          </a:xfrm>
          <a:custGeom>
            <a:avLst/>
            <a:gdLst/>
            <a:ahLst/>
            <a:cxnLst/>
            <a:rect r="r" b="b" t="t" l="l"/>
            <a:pathLst>
              <a:path h="1806540" w="2387852">
                <a:moveTo>
                  <a:pt x="0" y="0"/>
                </a:moveTo>
                <a:lnTo>
                  <a:pt x="2387852" y="0"/>
                </a:lnTo>
                <a:lnTo>
                  <a:pt x="2387852" y="1806540"/>
                </a:lnTo>
                <a:lnTo>
                  <a:pt x="0" y="180654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89C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390773"/>
            <a:ext cx="1983182" cy="1500385"/>
          </a:xfrm>
          <a:custGeom>
            <a:avLst/>
            <a:gdLst/>
            <a:ahLst/>
            <a:cxnLst/>
            <a:rect r="r" b="b" t="t" l="l"/>
            <a:pathLst>
              <a:path h="1500385" w="1983182">
                <a:moveTo>
                  <a:pt x="0" y="0"/>
                </a:moveTo>
                <a:lnTo>
                  <a:pt x="1983182" y="0"/>
                </a:lnTo>
                <a:lnTo>
                  <a:pt x="1983182" y="1500385"/>
                </a:lnTo>
                <a:lnTo>
                  <a:pt x="0" y="15003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89C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44667" y="-280866"/>
            <a:ext cx="18777334" cy="10567866"/>
          </a:xfrm>
          <a:custGeom>
            <a:avLst/>
            <a:gdLst/>
            <a:ahLst/>
            <a:cxnLst/>
            <a:rect r="r" b="b" t="t" l="l"/>
            <a:pathLst>
              <a:path h="10567866" w="18777334">
                <a:moveTo>
                  <a:pt x="0" y="0"/>
                </a:moveTo>
                <a:lnTo>
                  <a:pt x="18777334" y="0"/>
                </a:lnTo>
                <a:lnTo>
                  <a:pt x="18777334" y="10567866"/>
                </a:lnTo>
                <a:lnTo>
                  <a:pt x="0" y="1056786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89C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3141" cy="10289734"/>
          </a:xfrm>
          <a:custGeom>
            <a:avLst/>
            <a:gdLst/>
            <a:ahLst/>
            <a:cxnLst/>
            <a:rect r="r" b="b" t="t" l="l"/>
            <a:pathLst>
              <a:path h="10289734" w="18283141">
                <a:moveTo>
                  <a:pt x="0" y="0"/>
                </a:moveTo>
                <a:lnTo>
                  <a:pt x="18283141" y="0"/>
                </a:lnTo>
                <a:lnTo>
                  <a:pt x="18283141" y="10289734"/>
                </a:lnTo>
                <a:lnTo>
                  <a:pt x="0" y="1028973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73066" y="0"/>
            <a:ext cx="1353016" cy="1274898"/>
          </a:xfrm>
          <a:custGeom>
            <a:avLst/>
            <a:gdLst/>
            <a:ahLst/>
            <a:cxnLst/>
            <a:rect r="r" b="b" t="t" l="l"/>
            <a:pathLst>
              <a:path h="1274898" w="1353016">
                <a:moveTo>
                  <a:pt x="0" y="0"/>
                </a:moveTo>
                <a:lnTo>
                  <a:pt x="1353015" y="0"/>
                </a:lnTo>
                <a:lnTo>
                  <a:pt x="1353015" y="1274898"/>
                </a:lnTo>
                <a:lnTo>
                  <a:pt x="0" y="127489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2273" t="0" r="-12273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89C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DAHH_h6c1n4</dc:identifier>
  <dcterms:modified xsi:type="dcterms:W3CDTF">2011-08-01T06:04:30Z</dcterms:modified>
  <cp:revision>1</cp:revision>
  <dc:title>Prazo</dc:title>
</cp:coreProperties>
</file>